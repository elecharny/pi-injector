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08" autoAdjust="0"/>
    <p:restoredTop sz="94705" autoAdjust="0"/>
  </p:normalViewPr>
  <p:slideViewPr>
    <p:cSldViewPr>
      <p:cViewPr varScale="1">
        <p:scale>
          <a:sx n="93" d="100"/>
          <a:sy n="93" d="100"/>
        </p:scale>
        <p:origin x="-96" y="-5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26/01/2015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11/11/14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</a:t>
            </a:r>
            <a:r>
              <a:rPr lang="en-US" dirty="0" smtClean="0"/>
              <a:t>2014.11.25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 smtClean="0"/>
              <a:t>11/11/14 </a:t>
            </a:r>
            <a:r>
              <a:rPr lang="fr-FR" dirty="0"/>
              <a:t>au </a:t>
            </a:r>
            <a:r>
              <a:rPr lang="fr-FR" dirty="0" smtClean="0"/>
              <a:t>25/11/14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5330393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3j/h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Conception architecturale : 7j/h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des prototypes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lot 1 : 17j/h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14/11/14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Réalisation du lot 1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26/11/14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592393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Gros travail demandé sur les autres projets</a:t>
                      </a:r>
                      <a:endParaRPr lang="fr-FR" sz="1600" b="0" i="1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2014.11.25</a:t>
            </a:r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11/11/14 au </a:t>
            </a:r>
            <a:r>
              <a:rPr lang="fr-FR" dirty="0" smtClean="0"/>
              <a:t>25/11/14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689773"/>
              </p:ext>
            </p:extLst>
          </p:nvPr>
        </p:nvGraphicFramePr>
        <p:xfrm>
          <a:off x="395538" y="1628798"/>
          <a:ext cx="8424934" cy="3358128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 l’environnement de test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18/11/14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des prototypes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25/11/14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18/11/14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1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25/01/15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Réalisation du lot 2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02/12/14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16/12/14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18/01/15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2014.11.25</a:t>
            </a:r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25/11/14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5341727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95%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2014.11.25</a:t>
            </a:r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2000119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78613"/>
                <a:gridCol w="1378615"/>
                <a:gridCol w="1378615"/>
                <a:gridCol w="1464779"/>
                <a:gridCol w="1464779"/>
                <a:gridCol w="1575560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95%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2014.11.25</a:t>
            </a:r>
          </a:p>
        </p:txBody>
      </p:sp>
      <p:pic>
        <p:nvPicPr>
          <p:cNvPr id="17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02422" y="279317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639339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ba304b05-2de2-4a46-be7c-fa23123e7702"/>
    <ds:schemaRef ds:uri="http://purl.org/dc/terms/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7458</TotalTime>
  <Words>326</Words>
  <Application>Microsoft Office PowerPoint</Application>
  <PresentationFormat>Affichage à l'écran (4:3)</PresentationFormat>
  <Paragraphs>113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11/11/14 au 25/11/14 </vt:lpstr>
      <vt:lpstr>Avancement des tâches Période du 11/11/14 au 25/11/14 </vt:lpstr>
      <vt:lpstr>Avancement des livrables au 25/11/14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186</cp:revision>
  <cp:lastPrinted>2013-11-03T19:18:17Z</cp:lastPrinted>
  <dcterms:created xsi:type="dcterms:W3CDTF">2013-05-07T09:29:44Z</dcterms:created>
  <dcterms:modified xsi:type="dcterms:W3CDTF">2015-01-26T12:40:16Z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