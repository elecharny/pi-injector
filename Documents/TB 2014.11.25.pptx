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>
        <p:scale>
          <a:sx n="110" d="100"/>
          <a:sy n="110" d="100"/>
        </p:scale>
        <p:origin x="-2502" y="-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25/11/2014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11/11/14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2014.11.25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11/11/14 </a:t>
            </a:r>
            <a:r>
              <a:rPr lang="fr-FR" dirty="0"/>
              <a:t>au </a:t>
            </a:r>
            <a:r>
              <a:rPr lang="fr-FR" dirty="0" smtClean="0"/>
              <a:t>25/11/14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5330393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Conception architecturale 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des prototypes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17j/h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26/11/14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592393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Gros travail demandé sur les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2014.11.25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11/11/14 au </a:t>
            </a:r>
            <a:r>
              <a:rPr lang="fr-FR" dirty="0" smtClean="0"/>
              <a:t>25/11/14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83978"/>
              </p:ext>
            </p:extLst>
          </p:nvPr>
        </p:nvGraphicFramePr>
        <p:xfrm>
          <a:off x="395538" y="1628798"/>
          <a:ext cx="8424934" cy="3358128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des prototypes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25/11/14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2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16/12/14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25/11/14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9485336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95%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2000119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95%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2014.11.25</a:t>
            </a:r>
            <a:endParaRPr lang="en-US" sz="1800" dirty="0">
              <a:solidFill>
                <a:schemeClr val="tx1"/>
              </a:solidFill>
            </a:endParaRPr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7449</TotalTime>
  <Words>321</Words>
  <Application>Microsoft Office PowerPoint</Application>
  <PresentationFormat>Affichage à l'écran (4:3)</PresentationFormat>
  <Paragraphs>110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11/11/14 au 25/11/14 </vt:lpstr>
      <vt:lpstr>Avancement des tâches Période du 11/11/14 au 25/11/14 </vt:lpstr>
      <vt:lpstr>Avancement des livrables au 25/11/14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184</cp:revision>
  <cp:lastPrinted>2013-11-03T19:18:17Z</cp:lastPrinted>
  <dcterms:created xsi:type="dcterms:W3CDTF">2013-05-07T09:29:44Z</dcterms:created>
  <dcterms:modified xsi:type="dcterms:W3CDTF">2014-11-25T22:01:26Z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