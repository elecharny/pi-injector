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26/01/2015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28/10/14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2014.11.11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</a:t>
            </a:r>
            <a:r>
              <a:rPr lang="fr-FR" dirty="0" smtClean="0"/>
              <a:t>11/11/14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5892918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28/10/14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architecturale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449966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Alimentation d’un</a:t>
                      </a:r>
                      <a:r>
                        <a:rPr lang="fr-FR" sz="1400" baseline="0" dirty="0" smtClean="0"/>
                        <a:t> des </a:t>
                      </a:r>
                      <a:r>
                        <a:rPr lang="fr-FR" sz="1400" baseline="0" dirty="0" err="1" smtClean="0"/>
                        <a:t>Raspberry</a:t>
                      </a:r>
                      <a:r>
                        <a:rPr lang="fr-FR" sz="1400" baseline="0" dirty="0" smtClean="0"/>
                        <a:t> Pi perdue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Pas de réponse pour le prêt d’un </a:t>
                      </a:r>
                      <a:r>
                        <a:rPr lang="fr-FR" sz="1400" dirty="0" err="1" smtClean="0"/>
                        <a:t>switch</a:t>
                      </a:r>
                      <a:endParaRPr lang="fr-FR" sz="14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2014.11.11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11/11/14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690474"/>
              </p:ext>
            </p:extLst>
          </p:nvPr>
        </p:nvGraphicFramePr>
        <p:xfrm>
          <a:off x="395538" y="1628798"/>
          <a:ext cx="8424934" cy="3689334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b="0" i="0" baseline="0" noProof="0" dirty="0" smtClean="0"/>
                        <a:t>Etablir une grille de lecture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Conception architecturale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Fleury</a:t>
                      </a: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2014.11.11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11/11/14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83190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2014.11.11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617732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2014.11.11</a:t>
            </a: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7438</TotalTime>
  <Words>362</Words>
  <Application>Microsoft Office PowerPoint</Application>
  <PresentationFormat>Affichage à l'écran (4:3)</PresentationFormat>
  <Paragraphs>118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28/10/14 au 11/11/14 </vt:lpstr>
      <vt:lpstr>Avancement des tâches Période du 28/10/14 au 11/11/14 </vt:lpstr>
      <vt:lpstr>Avancement des livrables au 11/11/14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188</cp:revision>
  <cp:lastPrinted>2013-11-03T19:18:17Z</cp:lastPrinted>
  <dcterms:created xsi:type="dcterms:W3CDTF">2013-05-07T09:29:44Z</dcterms:created>
  <dcterms:modified xsi:type="dcterms:W3CDTF">2015-01-26T12:39:12Z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