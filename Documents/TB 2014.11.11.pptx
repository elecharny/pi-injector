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 varScale="1">
        <p:scale>
          <a:sx n="93" d="100"/>
          <a:sy n="93" d="100"/>
        </p:scale>
        <p:origin x="-96" y="-5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25/11/2014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28/10/14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28/10/14 au </a:t>
            </a:r>
            <a:r>
              <a:rPr lang="fr-FR" dirty="0" smtClean="0"/>
              <a:t>11/11/14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7205069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Tester les logiciels à utiliser : 8j/h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 l’environnement de test : 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compte rendu : 1j/h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Conception architectural : 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des prototypes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un manuel utilisateur pour le test du serveur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14/11/14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baseline="0" noProof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55841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Avancement des deadlines des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28/10/14 au 11/11/14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808368"/>
              </p:ext>
            </p:extLst>
          </p:nvPr>
        </p:nvGraphicFramePr>
        <p:xfrm>
          <a:off x="395538" y="1628798"/>
          <a:ext cx="8424934" cy="3689334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b="0" i="0" baseline="0" noProof="0" dirty="0" smtClean="0"/>
                        <a:t>Etablir une grille de lecture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Conception architecturale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Fleury</a:t>
                      </a: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 l’environnement de test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des prototypes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50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11/11/14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16109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1617732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 </a:t>
            </a:r>
            <a:r>
              <a:rPr lang="en-US" dirty="0" err="1" smtClean="0"/>
              <a:t>Coproj</a:t>
            </a:r>
            <a:endParaRPr lang="en-US" dirty="0"/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7416</TotalTime>
  <Words>362</Words>
  <Application>Microsoft Office PowerPoint</Application>
  <PresentationFormat>Affichage à l'écran (4:3)</PresentationFormat>
  <Paragraphs>113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28/10/14 au 11/11/14 </vt:lpstr>
      <vt:lpstr>Avancement des tâches Période du 28/10/14 au 11/11/14 </vt:lpstr>
      <vt:lpstr>Avancement des livrables au 11/11/14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183</cp:revision>
  <cp:lastPrinted>2013-11-03T19:18:17Z</cp:lastPrinted>
  <dcterms:created xsi:type="dcterms:W3CDTF">2013-05-07T09:29:44Z</dcterms:created>
  <dcterms:modified xsi:type="dcterms:W3CDTF">2014-11-25T21:44:13Z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