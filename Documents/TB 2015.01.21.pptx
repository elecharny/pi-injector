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 varScale="1">
        <p:scale>
          <a:sx n="93" d="100"/>
          <a:sy n="93" d="100"/>
        </p:scale>
        <p:origin x="-96" y="-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26/01/2015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25/11/14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2015.01.21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25/11/14 </a:t>
            </a:r>
            <a:r>
              <a:rPr lang="fr-FR" dirty="0"/>
              <a:t>au </a:t>
            </a:r>
            <a:r>
              <a:rPr lang="fr-FR" dirty="0" smtClean="0"/>
              <a:t>21/01/15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4246050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08/01/15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kit de livraison : 9j/h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la STR : 4j/h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utilisateur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développeur : 4j/h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d’exploitation : 2j/h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Préparer la présentation du 30/01/15 : 2j/h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8793616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Gros travail demandé sur les autres projets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Indisponibilité d’un ou plusieurs membres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Charge de travail estimée à 24j/h, soit 8j par personne en 9j (période de cours)</a:t>
                      </a:r>
                      <a:endParaRPr lang="fr-FR" sz="1400" b="0" i="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25/11/14 </a:t>
            </a:r>
            <a:r>
              <a:rPr lang="fr-FR" dirty="0"/>
              <a:t>au </a:t>
            </a:r>
            <a:r>
              <a:rPr lang="fr-FR" dirty="0" smtClean="0"/>
              <a:t>21/01/15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287313"/>
              </p:ext>
            </p:extLst>
          </p:nvPr>
        </p:nvGraphicFramePr>
        <p:xfrm>
          <a:off x="395538" y="1628798"/>
          <a:ext cx="8424934" cy="448996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1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25/01/15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2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16/12/14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18/01/15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utilisateur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27/01/15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24/01/15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développeur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d’exploitation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26/01/15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26/01/15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Rédaction de la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STR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80%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21/01/15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429057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15%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80%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2015.01.21</a:t>
            </a:r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839996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686039"/>
                <a:gridCol w="834242"/>
                <a:gridCol w="1512168"/>
                <a:gridCol w="1296144"/>
                <a:gridCol w="3312368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100%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Validé par E. </a:t>
                      </a:r>
                      <a:r>
                        <a:rPr lang="fr-FR" sz="1400" b="0" i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15%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80%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/>
              <a:t>TB 2015.01.21</a:t>
            </a:r>
          </a:p>
        </p:txBody>
      </p:sp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491880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18865" y="4396647"/>
            <a:ext cx="282315" cy="282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7003" y="4708286"/>
            <a:ext cx="282315" cy="282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508072" y="4411372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4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501564" y="4700986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5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1560" y="280121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7542</TotalTime>
  <Words>403</Words>
  <Application>Microsoft Office PowerPoint</Application>
  <PresentationFormat>Affichage à l'écran (4:3)</PresentationFormat>
  <Paragraphs>140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25/11/14 au 21/01/15 </vt:lpstr>
      <vt:lpstr>Avancement des tâches Période du 25/11/14 au 21/01/15</vt:lpstr>
      <vt:lpstr>Avancement des livrables au 21/01/15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198</cp:revision>
  <cp:lastPrinted>2013-11-03T19:18:17Z</cp:lastPrinted>
  <dcterms:created xsi:type="dcterms:W3CDTF">2013-05-07T09:29:44Z</dcterms:created>
  <dcterms:modified xsi:type="dcterms:W3CDTF">2015-01-26T12:40:24Z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