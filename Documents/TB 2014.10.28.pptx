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 horzBarState="maximized">
    <p:restoredLeft sz="15608" autoAdjust="0"/>
    <p:restoredTop sz="94705" autoAdjust="0"/>
  </p:normalViewPr>
  <p:slideViewPr>
    <p:cSldViewPr>
      <p:cViewPr>
        <p:scale>
          <a:sx n="100" d="100"/>
          <a:sy n="100" d="100"/>
        </p:scale>
        <p:origin x="-1932" y="-4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25/11/2014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14/10/14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 smtClean="0"/>
              <a:t>TB 2014.10.28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14/10/14 </a:t>
            </a:r>
            <a:r>
              <a:rPr lang="fr-FR" dirty="0"/>
              <a:t>au </a:t>
            </a:r>
            <a:r>
              <a:rPr lang="fr-FR" dirty="0" smtClean="0"/>
              <a:t>28/10/14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3933240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Définition de l’architecture du système : 0,5j/h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Etude des logiciels à utiliser : 1,5j/h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Etude des différents OS pour </a:t>
                      </a:r>
                      <a:r>
                        <a:rPr lang="fr-FR" sz="1400" b="0" baseline="0" noProof="0" dirty="0" err="1" smtClean="0"/>
                        <a:t>Raspberry</a:t>
                      </a:r>
                      <a:r>
                        <a:rPr lang="fr-FR" sz="1400" b="0" baseline="0" noProof="0" dirty="0" smtClean="0"/>
                        <a:t>-Pi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Rédaction des documents (CR, TB) : 1,5j/h</a:t>
                      </a:r>
                      <a:endParaRPr lang="fr-FR" sz="1400" b="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Tester les logiciels à utiliser : 1,5j/h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 l’environnement de test : 3j/h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un manuel utilisateur pour le test du serveur : 1j/h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900769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Avancement des deadlines des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/>
                        <a:t>- En attente d’une</a:t>
                      </a:r>
                      <a:r>
                        <a:rPr lang="fr-FR" sz="1400" baseline="0" dirty="0" smtClean="0"/>
                        <a:t> alimentation d’un </a:t>
                      </a:r>
                      <a:r>
                        <a:rPr lang="fr-FR" sz="1400" baseline="0" dirty="0" err="1" smtClean="0"/>
                        <a:t>Raspberry</a:t>
                      </a:r>
                      <a:r>
                        <a:rPr lang="fr-FR" sz="1400" baseline="0" dirty="0" smtClean="0"/>
                        <a:t>-Pi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/>
                        <a:t>- En attente d’un </a:t>
                      </a:r>
                      <a:r>
                        <a:rPr lang="fr-FR" sz="1400" dirty="0" err="1" smtClean="0"/>
                        <a:t>switch</a:t>
                      </a: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2014.10.28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14/10/14 u 28/10/14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675592"/>
              </p:ext>
            </p:extLst>
          </p:nvPr>
        </p:nvGraphicFramePr>
        <p:xfrm>
          <a:off x="395538" y="1628798"/>
          <a:ext cx="8424934" cy="4276602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Communiquer les accès Git à E.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Etablir un bilan du travail réalisé depuis le 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Tester les logiciels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 l’environnement de test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Rédiger un manuel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utilisateur 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pour le test du serveur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2014.10.28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28/10/14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168549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2014.10.28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5875668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1%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2014.10.28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2006/metadata/properties"/>
    <ds:schemaRef ds:uri="ba304b05-2de2-4a46-be7c-fa23123e7702"/>
    <ds:schemaRef ds:uri="http://purl.org/dc/dcmitype/"/>
    <ds:schemaRef ds:uri="http://purl.org/dc/terms/"/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7356</TotalTime>
  <Words>362</Words>
  <Application>Microsoft Office PowerPoint</Application>
  <PresentationFormat>Affichage à l'écran (4:3)</PresentationFormat>
  <Paragraphs>112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14/10/14 au 28/10/14 </vt:lpstr>
      <vt:lpstr>Avancement des tâches Période du 14/10/14 u 28/10/14  </vt:lpstr>
      <vt:lpstr>Avancement des livrables au 28/10/14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174</cp:revision>
  <cp:lastPrinted>2013-11-03T19:18:17Z</cp:lastPrinted>
  <dcterms:created xsi:type="dcterms:W3CDTF">2013-05-07T09:29:44Z</dcterms:created>
  <dcterms:modified xsi:type="dcterms:W3CDTF">2014-11-25T21:59:56Z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